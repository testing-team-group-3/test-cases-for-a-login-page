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57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DB8BF-3554-4C4D-BAE6-4C6F0B571EE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2E7E6-9A18-4D06-BCED-886BA7251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3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2E7E6-9A18-4D06-BCED-886BA72516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38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EFAB-AF24-1DEB-0130-9BF737811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25500-02C3-EB75-33C1-BE406FF2C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E353C-B15B-F364-B897-CFC627F4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993E-278B-C7D4-B654-72F47409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C5FDD-F52B-5DDF-F2C5-DBB2788B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0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D0D2-0568-79F7-8C3C-5D840B73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6428-CE46-4307-7EEC-5C52E7838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B210-7C7F-995A-388A-447033FC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262F5-71B5-07F7-632A-05D5DDFE6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F9155-6B62-79F1-29B9-25773C80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2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F25A-A446-4BA9-F6B2-E98DA3A8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A86F9-25BD-E071-E2BD-D285B022B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164EF-901A-FDE4-D084-B7490C9F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967D8-F294-CFBF-107D-7FF45093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9B3B0-64FB-0842-015A-3B9D0091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7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4737-A39F-87C4-A10B-91D4564E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3FFF3-6C89-81FD-3688-C934D838F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C8BBB-9710-BABB-42FB-6429176A4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528F8-D3C6-6326-5DB1-34227E64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88E84-9506-9708-D2C4-86A4F032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D2D5-945E-187B-FB3A-F4F18191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6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B98D-9267-644C-C9F2-E8503AAA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9CC7B-CC2A-153F-6A1B-D05383D03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0EFF0-38FF-DC44-1CE5-5BE5BE848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2A306-34D9-290C-1E4D-C09E11987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68530-B147-3FAF-5E16-660EDCE40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B36D1-3FD4-B478-B985-B0341D8D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D745F-6A10-912E-0C43-AFC45F92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30FFE5-EFE9-96A6-D2B6-7059C237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3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09AF-1904-46FF-A9C5-942C67D7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7147F-0345-80AD-DB77-AA323BE4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F893C-4935-8EFC-3258-1E758DFA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45B95-4172-3FA4-0CEC-6492780F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1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E52CB-03B0-6B68-69AC-DE7B646F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D7836-67FD-232B-DC9C-39A5B8F0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2D0D1-D7F8-5752-8069-3B31D0CB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4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8C0F-1606-3385-1E60-0653D7D3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E7EDF-D515-0DBE-8E6F-5B6A5D5F4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22FC5-7382-E6B8-87BD-B864A86BC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512E1-6427-008C-344A-D7858E44E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A7363-DB15-D6FD-3790-9AD514CC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225E2-9863-2EB5-002E-5E4BB421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8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F463-D094-B0CA-FC36-76798787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30F00-5F16-8408-CD25-6E3068ABE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6E867-CDF7-8529-C22E-4809D0E06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7DDD6-4DB4-646A-B9A7-42F6DF4E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7A619-14BC-7849-2057-7719B0A4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9964D-060F-3B82-3DBC-F5A48CBF5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6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88E3-FC7E-90AC-4BDF-E6040D12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7FF31-46AB-5C4A-6C0D-17CD28B16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6809E-4DF7-C44A-7A1A-2E1B051D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0BAC-A127-3FE4-BD7A-A2A85A68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5AC31-3A17-9FA2-59EE-4D633904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5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6B653-4DC6-7DCF-2F73-5851F822A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7FD10-0DA2-E5D5-B164-080F55522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F992-0366-4F6D-09E2-A71C500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D174-2FCA-0026-0BF8-AF6AEEC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2FB99-324D-A260-264B-4BB9EAA0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1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61EC5-03D0-7533-B775-D645F111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D0787-C83B-2877-8FCB-BA202E06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43F4A-61E6-92D9-6F58-EAAC7DBB6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35923-5A35-48E0-A7DA-6E1BB6B4B74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A3A0-55C0-C1DC-A16E-9F7B889D9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C8999-6FC0-7CBD-B85A-AB2263F57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16C14-DA4B-4B43-918A-60F6DC62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9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old login page&#10;&#10;Description automatically generated">
            <a:extLst>
              <a:ext uri="{FF2B5EF4-FFF2-40B4-BE49-F238E27FC236}">
                <a16:creationId xmlns:a16="http://schemas.microsoft.com/office/drawing/2014/main" id="{4F6C2369-F124-3947-3901-48E5489E8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71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hecklist&#10;&#10;Description automatically generated">
            <a:extLst>
              <a:ext uri="{FF2B5EF4-FFF2-40B4-BE49-F238E27FC236}">
                <a16:creationId xmlns:a16="http://schemas.microsoft.com/office/drawing/2014/main" id="{05C75918-9181-6905-DAC1-39B9EF6E5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"/>
            <a:ext cx="12192000" cy="680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1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AAFA-FAB2-25DF-6F3C-EADE8A5D5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35392-9EB2-C4C6-7C94-DD2C09C36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ADB0658-B4DA-2636-EF66-D9ECFA185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97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083B-D14C-89F2-852C-398B8989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94CAD63-9D9B-761C-BDEA-714710E0D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0296"/>
          </a:xfrm>
        </p:spPr>
      </p:pic>
    </p:spTree>
    <p:extLst>
      <p:ext uri="{BB962C8B-B14F-4D97-AF65-F5344CB8AC3E}">
        <p14:creationId xmlns:p14="http://schemas.microsoft.com/office/powerpoint/2010/main" val="73220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9C4C3B8-DD6B-4845-3CD2-6D1E60A99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50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446E451-6D17-BBD8-6103-88BFDD37F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73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B10229A-D89C-6137-4CD3-E85692B7C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96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sign in&#10;&#10;Description automatically generated">
            <a:extLst>
              <a:ext uri="{FF2B5EF4-FFF2-40B4-BE49-F238E27FC236}">
                <a16:creationId xmlns:a16="http://schemas.microsoft.com/office/drawing/2014/main" id="{31C0DF59-6568-F14B-7A8D-7E1A64777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"/>
            <a:ext cx="12192000" cy="680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2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F5A64A55-609A-C5A6-218C-277340538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51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53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sign in and go bus trip search&#10;&#10;Description automatically generated">
            <a:extLst>
              <a:ext uri="{FF2B5EF4-FFF2-40B4-BE49-F238E27FC236}">
                <a16:creationId xmlns:a16="http://schemas.microsoft.com/office/drawing/2014/main" id="{70A3F043-EECA-2C99-3097-FD2F1F964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516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9876EAF6-A6B7-22C3-7C41-36929E665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8872"/>
            <a:ext cx="12192000" cy="69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88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ign in and go bus trip search&#10;&#10;Description automatically generated">
            <a:extLst>
              <a:ext uri="{FF2B5EF4-FFF2-40B4-BE49-F238E27FC236}">
                <a16:creationId xmlns:a16="http://schemas.microsoft.com/office/drawing/2014/main" id="{8E3C48AB-EFB0-EC3D-5EFD-6A5BE7164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"/>
            <a:ext cx="12192000" cy="680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62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gold thank you card&#10;&#10;Description automatically generated">
            <a:extLst>
              <a:ext uri="{FF2B5EF4-FFF2-40B4-BE49-F238E27FC236}">
                <a16:creationId xmlns:a16="http://schemas.microsoft.com/office/drawing/2014/main" id="{7AA72014-DE53-3B9A-336A-3F0BDEC64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016" y="-329184"/>
            <a:ext cx="12429744" cy="71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89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</Words>
  <Application>Microsoft Office PowerPoint</Application>
  <PresentationFormat>Widescreen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5</cp:revision>
  <dcterms:created xsi:type="dcterms:W3CDTF">2026-10-23T23:24:55Z</dcterms:created>
  <dcterms:modified xsi:type="dcterms:W3CDTF">2026-10-24T19:01:01Z</dcterms:modified>
</cp:coreProperties>
</file>